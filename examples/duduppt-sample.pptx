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5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开发现状与趋势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从概念验证到生产部署的关键路径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4114800"/>
            <a:ext cx="1828800" cy="54864"/>
          </a:xfrm>
          <a:prstGeom prst="rect">
            <a:avLst/>
          </a:prstGeom>
          <a:solidFill>
            <a:srgbClr val="A8793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duduppt  |  2025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市场格局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开发框架呈三强鼎立格局，生态尚未固化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731520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框架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市占率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核心优势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55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LangChain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生态最丰富，社区最大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Semantic Kernel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微软生态集成，企业级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CrewAI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多Agent编排简单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其他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AutoGPT、BabyAGI等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51206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生态尚未固化，框架选择窗口期仍在。建议以 LangChain 为主栈，同时关注 Semantic Kernel 的企业级进展。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|  duduppt  |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核心瓶颈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可靠性、成本、安全构成规模化"铁三角"瓶颈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291840" cy="2560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031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3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工具调用失败率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4747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复杂任务链中单步失败概率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1828800"/>
            <a:ext cx="3291840" cy="2560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89120" y="21031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3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$0.47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389120" y="3017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单次任务成本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89120" y="34747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含 LLM 调用 + 工具执行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1828800"/>
            <a:ext cx="3291840" cy="2560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0" y="21031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3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229600" y="3017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数据泄露风险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0" y="34747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企业遇 Agent 相关数据泄露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51206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三项瓶颈相互关联——降成本往往牺牲可靠性，提安全通常增加成本。需要组合方案而非单点优化。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|  duduppt  |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+ Guardrails + Caching 组合方案已验证有效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0972800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效果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实现周期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优先级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55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MCP 协议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↓ 40% 集成成本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 个月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35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Guardrails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拦 89% 异常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 个月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35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Caching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省 60% Token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 个月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51206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三项组合可在 3-6 个月内实现 ROI 转正。建议优先落地 MCP + Caching（低成本高回报），再上 Guardrails（安全保障）。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|  duduppt  |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行动建议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抓住窗口期，建立差异化 Agent 能力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0972800" cy="36576"/>
          </a:xfrm>
          <a:prstGeom prst="rect">
            <a:avLst/>
          </a:prstGeom>
          <a:solidFill>
            <a:srgbClr val="C9CDD1"/>
          </a:solidFill>
          <a:ln/>
        </p:spPr>
      </p:sp>
      <p:sp>
        <p:nvSpPr>
          <p:cNvPr id="5" name="Shape 3"/>
          <p:cNvSpPr/>
          <p:nvPr/>
        </p:nvSpPr>
        <p:spPr>
          <a:xfrm>
            <a:off x="1828800" y="1645920"/>
            <a:ext cx="365760" cy="365760"/>
          </a:xfrm>
          <a:prstGeom prst="ellipse">
            <a:avLst/>
          </a:prstGeom>
          <a:solidFill>
            <a:srgbClr val="12355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86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启动 PoC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6517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客服+内部工具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0" y="1645920"/>
            <a:ext cx="365760" cy="365760"/>
          </a:xfrm>
          <a:prstGeom prst="ellipse">
            <a:avLst/>
          </a:prstGeom>
          <a:solidFill>
            <a:srgbClr val="12355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286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试运行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0" y="26517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扩展至 3-5 业务线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144000" y="1645920"/>
            <a:ext cx="365760" cy="365760"/>
          </a:xfrm>
          <a:prstGeom prst="ellipse">
            <a:avLst/>
          </a:prstGeom>
          <a:solidFill>
            <a:srgbClr val="12355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0" y="2286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规模化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0" y="26517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全部门推广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474720"/>
            <a:ext cx="3291840" cy="2286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474720"/>
            <a:ext cx="3291840" cy="54864"/>
          </a:xfrm>
          <a:prstGeom prst="rect">
            <a:avLst/>
          </a:prstGeom>
          <a:solidFill>
            <a:srgbClr val="12355B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749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429768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 LangChain 为主栈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评估 Semantic Kernel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备选方案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3474720"/>
            <a:ext cx="3291840" cy="2286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89120" y="3474720"/>
            <a:ext cx="3291840" cy="54864"/>
          </a:xfrm>
          <a:prstGeom prst="rect">
            <a:avLst/>
          </a:prstGeom>
          <a:solidFill>
            <a:srgbClr val="12355B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0" y="3749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基建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663440" y="429768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 MCP Server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搭建 Guardrails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 Caching Layer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0" y="3474720"/>
            <a:ext cx="3291840" cy="2286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0" y="3474720"/>
            <a:ext cx="3291840" cy="54864"/>
          </a:xfrm>
          <a:prstGeom prst="rect">
            <a:avLst/>
          </a:prstGeom>
          <a:solidFill>
            <a:srgbClr val="12355B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0" y="3749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503920" y="429768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组建 3-5 人 Agent 团队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设立效能度量体系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每双周迭代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|  duduppt  |  Confidential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2026-07-05T07:26:22Z</dcterms:created>
  <dcterms:modified xsi:type="dcterms:W3CDTF">2026-07-05T07:26:22Z</dcterms:modified>
</cp:coreProperties>
</file>