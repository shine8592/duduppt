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AI Agent 开发现状与趋势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DD1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从概念验证到生产部署的关键路径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1828800" cy="54864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duduppt  |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市场格局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Agent 开发框架呈三强鼎立格局，生态尚未固化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3152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框架</a:t>
                      </a:r>
                      <a:endParaRPr lang="en-US" sz="12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市占率</a:t>
                      </a:r>
                      <a:endParaRPr lang="en-US" sz="12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核心优势</a:t>
                      </a:r>
                      <a:endParaRPr lang="en-US" sz="12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LangChain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43%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生态最丰富，社区最大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Semantic Kernel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28%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微软生态集成，企业级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CrewAI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多Agent编排简单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其他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14%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AutoGPT、BabyAGI等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120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SO WHAT: 生态尚未固化，框架选择窗口期仍在。建议以 LangChain 为主栈，同时关注 Semantic Kernel 的企业级进展。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2  |  duduppt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核心瓶颈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可靠性、成本、安全构成规模化"铁三角"瓶颈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22%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工具调用失败率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复杂任务链中单步失败概率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29184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$0.47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8912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单次任务成本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含 LLM 调用 + 工具执行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29184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32%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2960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数据泄露风险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企业遇 Agent 相关数据泄露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20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SO WHAT: 三项瓶颈相互关联——降成本往往牺牲可靠性，提安全通常增加成本。需要组合方案而非单点优化。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3  |  duduppt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MCP + Guardrails + Caching 组合方案已验证有效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9728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方案</a:t>
                      </a:r>
                      <a:endParaRPr lang="en-US" sz="12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效果</a:t>
                      </a:r>
                      <a:endParaRPr lang="en-US" sz="12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实现周期</a:t>
                      </a:r>
                      <a:endParaRPr lang="en-US" sz="12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优先级</a:t>
                      </a:r>
                      <a:endParaRPr lang="en-US" sz="12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MCP 协议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↓ 40% 集成成本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1-2 个月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P0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Guardrails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拦 89% 异常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2-3 个月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P0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Caching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省 60% Token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0.5-1 个月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P1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120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SO WHAT: 三项组合可在 3-6 个月内实现 ROI 转正。建议优先落地 MCP + Caching（低成本高回报），再上 Guardrails（安全保障）。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4  |  duduppt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行动建议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抓住窗口期，建立差异化 Agent 能力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972800" cy="36576"/>
          </a:xfrm>
          <a:prstGeom prst="rect">
            <a:avLst/>
          </a:prstGeom>
          <a:solidFill>
            <a:srgbClr val="C9CDD1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1645920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Q3 启动 PoC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客服+内部工具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0" y="1645920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Q4 试运行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扩展至 3-5 业务线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0" y="1645920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Q1 规模化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全部门推广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3291840" cy="2286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474720"/>
            <a:ext cx="3291840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选型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以 LangChain 为主栈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评估 Semantic Kernel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备选方案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3474720"/>
            <a:ext cx="3291840" cy="2286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3474720"/>
            <a:ext cx="3291840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基建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4297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部署 MCP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搭建 Guardrails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配置 Caching Layer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0" y="3474720"/>
            <a:ext cx="3291840" cy="2286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0" y="3474720"/>
            <a:ext cx="3291840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团队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03920" y="4297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组建 3-5 人 Agent 团队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设立效能度量体系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每双周迭代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5  |  duduppt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2026-07-05T07:26:22Z</dcterms:created>
  <dcterms:modified xsi:type="dcterms:W3CDTF">2026-07-05T07:26:22Z</dcterms:modified>
</cp:coreProperties>
</file>