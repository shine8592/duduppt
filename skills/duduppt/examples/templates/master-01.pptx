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111111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风格模板：战略、竞品分析、行业研究、商业计划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