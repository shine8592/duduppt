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5151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000000"/>
                </a:solidFill>
                <a:latin typeface="微软雅黑"/>
                <a:ea typeface="微软雅黑"/>
              </a:rPr>
              <a:t>风格模板：财务、投研、咨询、风险分析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