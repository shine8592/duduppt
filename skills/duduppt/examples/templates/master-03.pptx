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21212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B2B2B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21212"/>
                </a:solidFill>
                <a:latin typeface="微软雅黑"/>
                <a:ea typeface="微软雅黑"/>
              </a:rPr>
              <a:t>风格模板：品牌战略、消费品、电商、用户研究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