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10182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0182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10182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0182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10182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0182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0182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0182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0182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10182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101820"/>
                </a:solidFill>
                <a:latin typeface="微软雅黑"/>
                <a:ea typeface="微软雅黑"/>
              </a:rPr>
              <a:t>风格模板：科技、SaaS、B2B、企业数字化、AI Agent 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