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- L01 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02 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- L03 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- L04 纯文字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 wrap="square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bullets - L05 要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>
            <a:lvl1pPr>
              <a:defRPr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 wrap="square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 wrap="square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_col - L06 双栏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pi - L07 指标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hart - L08 图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ote - L09 引言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wrap="squar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 wrap="square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meline - L10 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closing - L12 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 wrap="square"/>
          <a:lstStyle/>
          <a:p>
            <a:pPr algn="l"/>
            <a:r>
              <a:rPr lang="en-US" smtClean="0" sz="2800">
                <a:solidFill>
                  <a:srgbClr val="111111"/>
                </a:solidFill>
                <a:latin typeface="微软雅黑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 wrap="square"/>
          <a:lstStyle/>
          <a:p>
            <a:pPr lvl="0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Click to edit Master text styles</a:t>
            </a:r>
          </a:p>
          <a:p>
            <a:pPr lvl="1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Second level</a:t>
            </a:r>
          </a:p>
          <a:p>
            <a:pPr lvl="2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Third level</a:t>
            </a:r>
          </a:p>
          <a:p>
            <a:pPr lvl="3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Fourth level</a:t>
            </a:r>
          </a:p>
          <a:p>
            <a:pPr lvl="4" algn="l"/>
            <a:r>
              <a:rPr lang="en-US" smtClean="0" sz="1400">
                <a:solidFill>
                  <a:srgbClr val="333333"/>
                </a:solidFill>
                <a:latin typeface="微软雅黑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>
            <a:defRPr sz="1400">
              <a:latin typeface="微软雅黑"/>
              <a:ea typeface="微软雅黑"/>
              <a:cs typeface="微软雅黑"/>
            </a:defRPr>
          </a:lstStyle>
          <a:p>
            <a:pPr algn="l"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111111"/>
                </a:solidFill>
                <a:latin typeface="微软雅黑"/>
                <a:ea typeface="微软雅黑"/>
              </a:rPr>
              <a:t>风格模板：可持续、海外市场、增长战略、长期趋势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