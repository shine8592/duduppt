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61616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61616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61616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61616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61616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61616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61616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61616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61616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61616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2F2F2F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61616"/>
                </a:solidFill>
                <a:latin typeface="微软雅黑"/>
                <a:ea typeface="微软雅黑"/>
              </a:rPr>
              <a:t>风格模板：消费、零售、奢侈品、商业模式分析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