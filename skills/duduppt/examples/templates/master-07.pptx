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000000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52525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000000"/>
                </a:solidFill>
                <a:latin typeface="微软雅黑"/>
                <a:ea typeface="微软雅黑"/>
              </a:rPr>
              <a:t>风格模板：高管汇报、融资材料、年度战略、董事会材料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