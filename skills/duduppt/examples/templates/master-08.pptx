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03030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风格模板：AI、技术趋势、产品战略、创新研究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