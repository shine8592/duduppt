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- L01 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- L02 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- L03 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 - L04 纯文字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bullets - L05 要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>
            <a:lvl1pPr>
              <a:defRPr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_col - L06 双栏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pi - L07 指标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hart - L08 图表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ote - L09 引言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wrap="square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meline - L10 时间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closing - L12 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111111"/>
                </a:solidFill>
                <a:latin typeface="微软雅黑"/>
                <a:ea typeface="微软雅黑"/>
              </a:rPr>
              <a:t>风格模板：高客财富沙龙、家族信托、传承规划、私人银行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