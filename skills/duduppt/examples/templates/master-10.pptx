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ver - L01 封面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wrap="square"/>
          <a:lstStyle/>
          <a:p>
            <a:pPr algn="l"/>
            <a:r>
              <a:rPr lang="en-US" smtClean="0" sz="2800">
                <a:solidFill>
                  <a:srgbClr val="111111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 wrap="square"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 - L02 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lang="en-US" smtClean="0" sz="2800">
                <a:solidFill>
                  <a:srgbClr val="111111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lvl="0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Click to edit Master text styles</a:t>
            </a:r>
          </a:p>
          <a:p>
            <a:pPr lvl="1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Second level</a:t>
            </a:r>
          </a:p>
          <a:p>
            <a:pPr lvl="2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Third level</a:t>
            </a:r>
          </a:p>
          <a:p>
            <a:pPr lvl="3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Fourth level</a:t>
            </a:r>
          </a:p>
          <a:p>
            <a:pPr lvl="4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- L03 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 wrap="square"/>
          <a:lstStyle>
            <a:lvl1pPr algn="l">
              <a:defRPr sz="4000" b="1" cap="all"/>
            </a:lvl1pPr>
          </a:lstStyle>
          <a:p>
            <a:pPr algn="l"/>
            <a:r>
              <a:rPr lang="en-US" smtClean="0" sz="2800">
                <a:solidFill>
                  <a:srgbClr val="111111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 wrap="square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ext - L04 纯文字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lang="en-US" smtClean="0" sz="2800">
                <a:solidFill>
                  <a:srgbClr val="111111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 wrap="square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Click to edit Master text styles</a:t>
            </a:r>
          </a:p>
          <a:p>
            <a:pPr lvl="1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Second level</a:t>
            </a:r>
          </a:p>
          <a:p>
            <a:pPr lvl="2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Third level</a:t>
            </a:r>
          </a:p>
          <a:p>
            <a:pPr lvl="3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Fourth level</a:t>
            </a:r>
          </a:p>
          <a:p>
            <a:pPr lvl="4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 wrap="square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Click to edit Master text styles</a:t>
            </a:r>
          </a:p>
          <a:p>
            <a:pPr lvl="1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Second level</a:t>
            </a:r>
          </a:p>
          <a:p>
            <a:pPr lvl="2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Third level</a:t>
            </a:r>
          </a:p>
          <a:p>
            <a:pPr lvl="3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Fourth level</a:t>
            </a:r>
          </a:p>
          <a:p>
            <a:pPr lvl="4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bullets - L05 要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>
            <a:lvl1pPr>
              <a:defRPr/>
            </a:lvl1pPr>
          </a:lstStyle>
          <a:p>
            <a:pPr algn="l"/>
            <a:r>
              <a:rPr lang="en-US" smtClean="0" sz="2800">
                <a:solidFill>
                  <a:srgbClr val="111111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 wrap="square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 wrap="square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Click to edit Master text styles</a:t>
            </a:r>
          </a:p>
          <a:p>
            <a:pPr lvl="1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Second level</a:t>
            </a:r>
          </a:p>
          <a:p>
            <a:pPr lvl="2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Third level</a:t>
            </a:r>
          </a:p>
          <a:p>
            <a:pPr lvl="3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Fourth level</a:t>
            </a:r>
          </a:p>
          <a:p>
            <a:pPr lvl="4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 wrap="square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 wrap="square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Click to edit Master text styles</a:t>
            </a:r>
          </a:p>
          <a:p>
            <a:pPr lvl="1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Second level</a:t>
            </a:r>
          </a:p>
          <a:p>
            <a:pPr lvl="2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Third level</a:t>
            </a:r>
          </a:p>
          <a:p>
            <a:pPr lvl="3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Fourth level</a:t>
            </a:r>
          </a:p>
          <a:p>
            <a:pPr lvl="4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wo_col - L06 双栏对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lang="en-US" smtClean="0" sz="2800">
                <a:solidFill>
                  <a:srgbClr val="111111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kpi - L07 指标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hart - L08 图表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 wrap="square"/>
          <a:lstStyle>
            <a:lvl1pPr algn="l">
              <a:defRPr sz="2000" b="1"/>
            </a:lvl1pPr>
          </a:lstStyle>
          <a:p>
            <a:pPr algn="l"/>
            <a:r>
              <a:rPr lang="en-US" smtClean="0" sz="2800">
                <a:solidFill>
                  <a:srgbClr val="111111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 wrap="square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Click to edit Master text styles</a:t>
            </a:r>
          </a:p>
          <a:p>
            <a:pPr lvl="1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Second level</a:t>
            </a:r>
          </a:p>
          <a:p>
            <a:pPr lvl="2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Third level</a:t>
            </a:r>
          </a:p>
          <a:p>
            <a:pPr lvl="3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Fourth level</a:t>
            </a:r>
          </a:p>
          <a:p>
            <a:pPr lvl="4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 wrap="square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quote - L09 引言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 wrap="square"/>
          <a:lstStyle>
            <a:lvl1pPr algn="l">
              <a:defRPr sz="2000" b="1"/>
            </a:lvl1pPr>
          </a:lstStyle>
          <a:p>
            <a:pPr algn="l"/>
            <a:r>
              <a:rPr lang="en-US" smtClean="0" sz="2800">
                <a:solidFill>
                  <a:srgbClr val="111111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wrap="square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 wrap="square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meline - L10 时间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lang="en-US" smtClean="0" sz="2800">
                <a:solidFill>
                  <a:srgbClr val="111111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wrap="square"/>
          <a:lstStyle/>
          <a:p>
            <a:pPr lvl="0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Click to edit Master text styles</a:t>
            </a:r>
          </a:p>
          <a:p>
            <a:pPr lvl="1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Second level</a:t>
            </a:r>
          </a:p>
          <a:p>
            <a:pPr lvl="2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Third level</a:t>
            </a:r>
          </a:p>
          <a:p>
            <a:pPr lvl="3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Fourth level</a:t>
            </a:r>
          </a:p>
          <a:p>
            <a:pPr lvl="4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closing - L12 结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 wrap="square"/>
          <a:lstStyle/>
          <a:p>
            <a:pPr algn="l"/>
            <a:r>
              <a:rPr lang="en-US" smtClean="0" sz="2800">
                <a:solidFill>
                  <a:srgbClr val="111111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 wrap="square"/>
          <a:lstStyle/>
          <a:p>
            <a:pPr lvl="0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Click to edit Master text styles</a:t>
            </a:r>
          </a:p>
          <a:p>
            <a:pPr lvl="1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Second level</a:t>
            </a:r>
          </a:p>
          <a:p>
            <a:pPr lvl="2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Third level</a:t>
            </a:r>
          </a:p>
          <a:p>
            <a:pPr lvl="3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Fourth level</a:t>
            </a:r>
          </a:p>
          <a:p>
            <a:pPr lvl="4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>
                <a:solidFill>
                  <a:srgbClr val="111111"/>
                </a:solidFill>
                <a:latin typeface="微软雅黑"/>
                <a:ea typeface="微软雅黑"/>
              </a:rPr>
              <a:t>风格模板：品牌故事、行业趋势、案例分析、深度报告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