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风格模板：数据汇报、财务分析、运营指标、KPI 看板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