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- L01 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wrap="square"/>
          <a:lstStyle/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wrap="square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 - L02 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- L03 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 wrap="square"/>
          <a:lstStyle>
            <a:lvl1pPr algn="l">
              <a:defRPr sz="4000" b="1" cap="all"/>
            </a:lvl1pPr>
          </a:lstStyle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 wrap="square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ext - L04 纯文字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 wrap="square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 wrap="square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bullets - L05 要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>
            <a:lvl1pPr>
              <a:defRPr/>
            </a:lvl1pPr>
          </a:lstStyle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 wrap="square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 wrap="square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 wrap="square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 wrap="square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wo_col - L06 双栏对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kpi - L07 指标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hart - L08 图表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 wrap="square"/>
          <a:lstStyle>
            <a:lvl1pPr algn="l">
              <a:defRPr sz="2000" b="1"/>
            </a:lvl1pPr>
          </a:lstStyle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 wrap="square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quote - L09 引言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 wrap="square"/>
          <a:lstStyle>
            <a:lvl1pPr algn="l">
              <a:defRPr sz="2000" b="1"/>
            </a:lvl1pPr>
          </a:lstStyle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wrap="square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meline - L10 时间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wrap="square"/>
          <a:lstStyle/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closing - L12 结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 wrap="square"/>
          <a:lstStyle/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 wrap="square"/>
          <a:lstStyle/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>
                <a:solidFill>
                  <a:srgbClr val="111111"/>
                </a:solidFill>
                <a:latin typeface="微软雅黑"/>
                <a:ea typeface="微软雅黑"/>
              </a:rPr>
              <a:t>风格模板：AI 产品发布、科技趋势、创新路演、Startup Pitch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