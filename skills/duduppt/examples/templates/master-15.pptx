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风格模板：ESG 报告、农业科技、健康食品、可持续发展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