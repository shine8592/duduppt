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风格模板：保险路演、银行汇报、传统企业、政府事务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